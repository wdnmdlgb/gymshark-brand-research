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2743200" cy="73152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Gymshark 品牌深度研究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微软雅黑"/>
              </a:defRPr>
            </a:pPr>
            <a:r>
              <a:t>从车库创业到全球健身DTC标杆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4F0"/>
                </a:solidFill>
                <a:latin typeface="微软雅黑"/>
              </a:defRPr>
            </a:pPr>
            <a:r>
              <a:t>欧洲健身服饰市场竞品分析与国产健身品牌出海策略参考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4F0"/>
                </a:solidFill>
                <a:latin typeface="微软雅黑"/>
              </a:defRPr>
            </a:pPr>
            <a:r>
              <a:t>个人桌面研究项目  |  2026年8月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研究对象：Gymshark（核心）| Lululemon | Alphalete（竞品）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项目背景与研究框架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Project Background &amp; Research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全球健身服饰市场持续增长，DTC品牌正在重塑传统运动服饰行业格局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Gymshark从2012年伯明翰车库起步，12年成长为年营收超6亿英镑的全球品牌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欧洲作为全球第二大健身服饰市场，国产品牌出海面临本地化多重挑战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拆解Gymshark成功逻辑，对中国健身服饰品牌出海具有重要参考价值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研究对象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373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国家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Gymshark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中端健身DTC+社区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Lululemon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加拿大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高端瑜伽生活方式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Alphalete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美国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中高端健身DTC+美学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8大研究维度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① 品牌基础与发展历程   ② 产品线与价格策略   ③ 爆款单品逻辑拆解   ④ 营销打法与KOL策略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⑤ 标志性社区活动（Gymshark66）   ⑥ 欧洲本地化布局   ⑦ APP产品与品牌协同   ⑧ 用户反馈与口碑分析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微软雅黑"/>
              </a:defRPr>
            </a:pPr>
            <a:r>
              <a:t>数据来源：品牌官网、Companies House财报、App Store评价、Trustpilot、Morning Consult、Modash.io、行业媒体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Gymshark品牌发展历程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Brand Development Milestones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关键事件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Ben Francis（19岁）伯明翰车库创立，缝纫机+丝网印刷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品牌诞生，创始人IP起点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BodyPower健身展半小时销售额£30,000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首次验证产品市场需求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Steve Hewitt出任CEO，专业化运营转型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从个人作坊转向企业化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首次外部融资，估值超£1B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成为独角兽企业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疫情居家健身红利，营收爆发增长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加速全球化扩张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财年营收£607.3m，连续12年增长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规模突破6亿英镑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阿姆斯特丹开设欧盟首家旗舰店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欧洲线下渗透启动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进入德国，Engelhorn+Breuninger店中店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中欧市场拓展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创始人IP效应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19岁大学生车库创业的"草根逆袭"叙事，契合Z世代情感共鸣  • 个人社交媒体持续分享品牌幕后，建立真实感  • 创始人本身是健身爱好者，产品从自身需求出发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品牌基础横向对比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Competitive Benchmarking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Gymshark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Lululemon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Alphalete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创立时间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2012年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1998年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2015年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总部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英国Solihull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加拿大温哥华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美国德州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2024营收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£607.3m($750m)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约$10B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估$200-300m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估值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约$1.45B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约$50B+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未公开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核心定位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健身DTC+社区文化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高端瑜伽生活方式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健身DTC+美学导向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目标人群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16-30岁，男女均衡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25-45岁高收入女性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18-30岁健身男性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社媒粉丝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1800万+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约2000万+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约500万+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280160"/>
            <a:ext cx="393192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品牌多维度能力雷达图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743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【图表占位】</a:t>
            </a:r>
            <a:br/>
            <a:br/>
            <a:r>
              <a:t>Gymshark：社区文化10 / KOL营销10 / 性价比9</a:t>
            </a:r>
            <a:br/>
            <a:r>
              <a:t>Lululemon：品牌影响力10 / 线下渠道10</a:t>
            </a:r>
            <a:br/>
            <a:r>
              <a:t>Alphalete：KOL营销8，其余维度规模较小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关键发现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Gymshark健身训练品类心智份额36%，超过Under Armour（35%），品牌认知度仅13%但垂直人群渗透率极高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三家品牌形成"高端—中端—小众"三层定位，Gymshark在中端价格带建立差异化竞争优势</a:t>
            </a:r>
          </a:p>
        </p:txBody>
      </p:sp>
      <p:pic>
        <p:nvPicPr>
          <p:cNvPr id="11" name="Picture 10" descr="char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72000" cy="3841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产品线与价格策略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Product Line &amp; Pricing Strategy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品类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Gymshark价格(USD)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Lululemon价格(USD)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Alphalete价格(USD)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女款Leggings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$55-$75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$98-$148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$60-$80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男款训练短裤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$45-$65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$68-$88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$50-$70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运动背心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$30-$40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$58-$78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$38-$52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连帽衫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$89-$115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$118-$168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$95-$130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运动内衣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$35-$50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$52-$68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$42-$58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配饰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$15-$45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$38-$78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$20-$50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1280160"/>
            <a:ext cx="484632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核心品类价格带对比柱状图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【图表占位】</a:t>
            </a:r>
            <a:br/>
            <a:br/>
            <a:r>
              <a:t>Gymshark全品类价格三家最低</a:t>
            </a:r>
            <a:br/>
            <a:r>
              <a:t>Leggings比Lululemon低约46%</a:t>
            </a:r>
            <a:br/>
            <a:r>
              <a:t>精准卡位$40-80中端价格带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产品策略特征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高频上新+限量发售：潮牌drop模式制造稀缺感，Back In Stock页面持续引流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KOL联名系列：Whitney Simmons、David Laid联名，粉丝经济+限定发售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男女均衡发展：不同于Lululemon（女性为主）和Alphalete（男性为主），女性bestsellers达175+款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场景延伸：从纯训练服饰延伸到日常休闲、通勤穿搭，扩大使用场景</a:t>
            </a:r>
          </a:p>
        </p:txBody>
      </p:sp>
      <p:pic>
        <p:nvPicPr>
          <p:cNvPr id="11" name="Picture 10" descr="char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26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Gymshark爆款单品逻辑拆解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Best-Seller Product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爆款单品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品类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价格(USD)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爆款原因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Vital Seamless Leggings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女款紧身裤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$55-$65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无缝针织+提臀剪裁，squat-proof口碑，社媒高频露出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Power 5" Shorts(蓝标)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男款训练短裤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$55-$62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标志性蓝标，健身圈文化符号，得物炒至¥1289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Everyday Racer Back Tank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女款运动背心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基础百搭+内置胸垫，日常训练两用，复购率高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Flex Training Shorts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男款训练短裤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$55-$65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轻量化面料，适合HIIT/瑜伽，多场景穿着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Whitney Simmons联名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女款联名系列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$60-$80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网红联名+粉丝经济，限定发售制造稀缺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496"/>
                </a:solidFill>
                <a:latin typeface="微软雅黑"/>
              </a:defRPr>
            </a:pPr>
            <a:r>
              <a:t>产品端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功能性优先：squat-proof、速干、高弹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美学设计：修身剪裁凸显肌肉线条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多色系选择：每季新配色刺激复购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496"/>
                </a:solidFill>
                <a:latin typeface="微软雅黑"/>
              </a:defRPr>
            </a:pPr>
            <a:r>
              <a:t>营销端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8463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KOL共创：运动员参与产品设计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社区验证：Gymshark Family内测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UGC裂变：用户穿搭帖自然传播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5496"/>
                </a:solidFill>
                <a:latin typeface="微软雅黑"/>
              </a:defRPr>
            </a:pPr>
            <a:r>
              <a:t>渠道端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DTC独立站为主（96%销售）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限量drop模式引发抢购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Back In Stock补货二次引流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营销打法对比分析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Marketing Strategy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营销维度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Gymshark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Lululemon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Alphalete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核心渠道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TikTok 69.2% + IG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Instagram + 线下门店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YouTube + Instagram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KOL策略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微影响者矩阵+头部持股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高端瑜伽导师长期合作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创始人IP+健身网红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内容风格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真实、励志、训练日常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生活方式、高端、正念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硬核健身、美学展示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付费模式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TikTok Spark Ads+Reels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品牌广告+门店体验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YouTube长视频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社区运营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Gymshark Family+大使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门店瑜伽课+会员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YouTube社群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Gymshark KOL营销三大特征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① 分层KOL矩阵：头部运动员（Chris Bumstead持股）+ 腰部创作者联盟营销 + 微影响者UGC自发传播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② 联盟营销（Affiliate）机制：按销售佣金获利而非固定发帖费，激励创作者持续产出内容，ROI可控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③ 平台内容差异化：TikTok（快速训练技巧+挑战，16-25岁）/ Instagram（美学穿搭种草）/ YouTube（长教程+纪录片）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数据：KOL合作内容TikTok占69.2%（27.4k帖子），以短视频为主的投放结构使获客成本远低于传统品牌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Gymshark66挑战案例拆解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Case Study: Gymshark66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活动机制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周期：66天（行为科学：形成长期习惯的科学周期）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规则：选目标→上传初始照→坚持66天→更新对比照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激励：完成者有机会赢得一年Gymshark商品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低门槛：不需要购买产品即可参与，最大化参与人数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传播效果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3736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Instagram帖子数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110万+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TikTok互动量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6570万+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跨平台蔓延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FB/Twitter/IG全平台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举办频率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每年固定，形成品牌传统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成功四要素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① 时机精准：新年后"健身决心"高峰期+放弃率最高时段，社区监督机制精准切入痛点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② 社区属性：将营销转化为"community accountability ritual"（互相监督仪式），情感连接远超促销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③ APP协同闭环：Training App提供免费训练计划→活动参与→APP打卡→社区分享→服饰购买→UGC传播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④ UGC内容资产：110万+帖子构成巨大免费内容资产，真实用户故事比品牌广告更有说服力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欧洲本地化布局分析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European Localization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欧洲市场进入路径：先线上验证，后线下渗透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动作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阶段1：纯DTC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2012-2024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14个欧洲本地化线上商店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验证各国需求，积累用户数据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阶段2：欧盟首店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2025.4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阿姆斯特丹Kalverstraat旗舰店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欧盟线下品牌体验起点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阶段3：中欧渗透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德国Engelhorn(曼海姆)+Breuninger(斯图加特)店中店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进入欧洲最大经济体，轻资产模式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本地化运营细节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多语言站点：英/德/法/西/意/荷/爱等14个本地化站点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本地支付：Klarna分期（德/法/荷/北欧）、iDeal（荷兰）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学生折扣：UNiDAYS覆盖欧洲多国，精准触达16-25岁人群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欧洲仓储：本地仓储提升配送速度，降低物流和关税成本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竞品欧洲布局对比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41148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Gymshark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Lululemon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Alphalete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欧洲线下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旗舰店+店中店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50+直营门店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本地支付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Klarna+iDeal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多币种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仅PayPal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本地语言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7+语言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多语言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仅英文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APP产品与品牌协同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APP Ecosystem &amp; Brand Synergy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双APP策略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评分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Training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100%免费无广告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450+课程、自定义计划、训练记录、计时器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正面为主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Shopping App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免费购物工具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限量发售推送、订单追踪、早期访问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4.7/5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用户闭环逻辑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免费Training APP引流 → 用户注册开始训练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↓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Gymshark66活动增加粘性 → 训练中产生服饰需求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↓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跳转购物APP完成购买 → 穿着训练发布UGC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↓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UGC吸引新用户下载Training APP（循环）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竞品APP策略对比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73736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Gymshark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Lululemon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Alphalete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训练APP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100%免费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$39/月订阅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课程量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450+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10000+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YouTube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硬件协同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Mirror(已收缩)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协同逻辑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免费引流→服饰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内容订阅→硬件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YouTube→官网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关键差异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Lululemon走"高端订阅+硬件"路线（类Peloton），但Mirror已收缩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Gymshark完全免费策略降低门槛，用规模驱动服饰销售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事实证明免费策略更利于大规模获客，契合中端品牌定位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用户反馈与口碑分析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User Feedback &amp; Reputation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负面反馈痛点分布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029200" cy="2926080"/>
          </a:xfrm>
          <a:prstGeom prst="roundRect">
            <a:avLst/>
          </a:prstGeom>
          <a:solidFill>
            <a:srgbClr val="F5F5F5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5496"/>
                </a:solidFill>
                <a:latin typeface="微软雅黑"/>
              </a:defRPr>
            </a:pPr>
            <a:r>
              <a:t>用户痛点饼图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【图表占位】</a:t>
            </a:r>
            <a:br/>
            <a:br/>
            <a:r>
              <a:t>尺码不一致 30% | 面料耐用性 25%</a:t>
            </a:r>
            <a:br/>
            <a:r>
              <a:t>客服售后 20% | 限量发售/APP 15%</a:t>
            </a:r>
            <a:br/>
            <a:r>
              <a:t>运动内衣支撑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痛点详情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73736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痛点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核心问题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尺码不一致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各系列标准不统一，洗后缩水，尺码表缺臀围数据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面料耐用性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深蹲透视，缝线开裂，起球褪色，面料偏薄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客服售后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退款换货繁琐，回复慢，账户无故冻结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限量发售/APP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drop秒空难抢，发售时APP卡顿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运动内衣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大胸支撑不足，肩带滑落，五金件易损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正面评价 &amp; 整体口碑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正面关键词：面料质感厚实舒适(35%) / 塑形效果好(25%) / 性价比高(15%) / 社区文化(10%)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Trustpilot约4.0/5星，75%用户给5星；BBB有41+投诉部分未解决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整体"爱憎分明"：忠实用户热爱社区和性价比，不满用户集中投诉品控和客服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这是中端DTC品牌典型成长烦恼：规模扩张后供应链品控和客服体系跟不上增长速度</a:t>
            </a:r>
          </a:p>
        </p:txBody>
      </p:sp>
      <p:pic>
        <p:nvPicPr>
          <p:cNvPr id="13" name="Picture 12" descr="char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303520" cy="52227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结论与国产健身品牌出海建议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Conclusion &amp; Go-to-Europe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Gymshark成功五要素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① 社区文化先行：先建社区再卖产品，卖的是身份认同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② 微KOL矩阵+联盟营销：按效果付费，ROI可控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③ 中端价格带卡位：$40-80区间差异化竞争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④ 免费内容生态闭环：免费APP获客→活动留存→服饰变现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⑤ DTC+精选线下渐进：线上掌握数据，线下平衡体验与成本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5496"/>
                </a:solidFill>
                <a:latin typeface="微软雅黑"/>
              </a:defRPr>
            </a:pPr>
            <a:r>
              <a:t>国产品牌出海六大建议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市场：优先荷兰/德国，电商渗透高健身文化成熟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产品：$50-75中端价格带，统一尺码标准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营销：TikTok微KOL矩阵，设计社区挑战活动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内容：免费训练内容/APP建立用户粘性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渠道：先DTC验证，后核心城市店中店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>
                <a:solidFill>
                  <a:srgbClr val="333333"/>
                </a:solidFill>
                <a:latin typeface="微软雅黑"/>
              </a:defRPr>
            </a:pPr>
            <a:r>
              <a:t>• 本地化：多语言+Klarna支付+UNiDAYS学生折扣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11064240" cy="2011680"/>
          </a:xfrm>
          <a:prstGeom prst="roundRect">
            <a:avLst/>
          </a:prstGeom>
          <a:solidFill>
            <a:srgbClr val="FDF0E5"/>
          </a:solidFill>
          <a:ln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6020"/>
                </a:solidFill>
                <a:latin typeface="微软雅黑"/>
              </a:defRPr>
            </a:pPr>
            <a:r>
              <a:t>⚠️ 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欧盟合规：CE认证、REACH化学品法规、GDPR数据保护，合规成本不可忽视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品控一致性：Gymshark教训表明规模扩张后品控下滑严重损害口碑，供应链是生命线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100">
                <a:solidFill>
                  <a:srgbClr val="333333"/>
                </a:solidFill>
                <a:latin typeface="微软雅黑"/>
              </a:defRPr>
            </a:pPr>
            <a:r>
              <a:t>• 社区壁垒：欧洲本土健身社区成熟，新品牌建立信任需要时间；客服体系必须提前搭建多语言支持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